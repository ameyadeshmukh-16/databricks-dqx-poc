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94560"/>
                </a:solidFill>
              </a:rPr>
              <a:t>AI-Infused Data Quality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8DADC"/>
                </a:solidFill>
              </a:rPr>
              <a:t>Proof of Concept — Retail &amp; Wholesale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Assessment: AI Infusion in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Databricks  ·  Delta Lake  ·  Apache Kafka  ·  LLM-Powered Rule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1.  The Problem — Data quality at scale in retail operations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2.  The Vision — What AI-infused data quality looks like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3.  What We Built — POC overview and technology stack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4.  Phase-by-Phase Walkthrough — Five working components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5.  AI in Action — Where and how AI is infused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6.  Architecture Deep Dive — How it all connects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7.  Production Considerations — From POC to enterprise scale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8.  What We Proved — Key POC outcomes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9.  AI Infusion Opportunities —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1: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Why data quality in retail needs to be smarter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Data Quality Challenge in Retail &amp; Wholesale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460"/>
                </a:solidFill>
              </a:rPr>
              <a:t>Every day, bad data costs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493776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2531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1874519"/>
            <a:ext cx="61264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1925319"/>
            <a:ext cx="6035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58567"/>
            <a:ext cx="493776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96667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Incorrect pricing records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2258567"/>
            <a:ext cx="6126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2296667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Revenue leakage, pricing disputes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06039"/>
            <a:ext cx="4937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44139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Missing inventory quantities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2606039"/>
            <a:ext cx="6126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644139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Stockouts or overstock decisions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53511"/>
            <a:ext cx="493776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91611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Duplicate transaction records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953511"/>
            <a:ext cx="6126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2991611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Double-counting in financial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00983"/>
            <a:ext cx="4937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339083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Stale / out-of-order events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3300983"/>
            <a:ext cx="6126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339083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Wrong demand-forecasting inputs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48455"/>
            <a:ext cx="493776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686555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Corrupted supplier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3648455"/>
            <a:ext cx="6126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3686555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Bad purchase order generation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349240"/>
            <a:ext cx="63500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40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The hidden cost:  Most bad data is discovered after it has already influenced a decision — by the time it surfaces, the damage is done.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Why Traditional DQ Approaches Break 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DD6F4"/>
                </a:solidFill>
              </a:rPr>
              <a:t>Manual Rule Writing  →  Slow to create, slow to update, misses new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DD6F4"/>
                </a:solidFill>
              </a:rPr>
              <a:t>Manual Rule Writing  →  Slow to create, slow to update, misses new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A data engineer manually writes each validation rule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Rules are written after a problem is discovered — reactive, not proactive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Rules are rarely reviewed once written — stale rules pile up silently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When source schemas change, rules silently become irrelevant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No visibility into which rules are actually catching anything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Streaming data adds real-time complexity that batch-only rules can't address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349240"/>
            <a:ext cx="63500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440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The gap:  Data volumes and schema complexity are growing faster than a team can write and maintain rules by hand.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What We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1064240" cy="3063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50800" cy="3063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10899648" cy="288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TODAY                              TARGET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┌──────────────────────┐         ┌──────────────────────────────┐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│  Data Engineer       │         │  AI analyses data profile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│  writes rules        │  →→→→   │  suggests rules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│  manually, reactively│         │  learns from violations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│  no effectiveness    │         │  continuously self-improves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│  feedback            │         │  governed by humans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└──────────────────────┘         └──────────────────────────────┘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Reactive, slow, brittle          Proactive, adaptive, governed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460"/>
                </a:solidFill>
              </a:rPr>
              <a:t>Three shifts required: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600">
                <a:solidFill>
                  <a:srgbClr val="333333"/>
                </a:solidFill>
              </a:rPr>
              <a:t>•  Batch → Real-time  —  Catch bad data as it arrives, not the next morning</a:t>
            </a:r>
          </a:p>
          <a:p>
            <a:pPr>
              <a:spcBef>
                <a:spcPts val="700"/>
              </a:spcBef>
            </a:pPr>
            <a:r>
              <a:rPr sz="1600">
                <a:solidFill>
                  <a:srgbClr val="333333"/>
                </a:solidFill>
              </a:rPr>
              <a:t>•  Manual → AI-Generated  —  Let AI analyse the data and write the rules</a:t>
            </a:r>
          </a:p>
          <a:p>
            <a:pPr>
              <a:spcBef>
                <a:spcPts val="700"/>
              </a:spcBef>
            </a:pPr>
            <a:r>
              <a:rPr sz="1600">
                <a:solidFill>
                  <a:srgbClr val="333333"/>
                </a:solidFill>
              </a:rPr>
              <a:t>•  Static → Self-Improving  —  Rules that evolve as data patterns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2: The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An AI-infused system that writes, validates, and improves its own DQ rules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AI Infusion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1064240" cy="3749039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50800" cy="3749039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10899648" cy="3566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                CONTINUOUS FEEDBACK LOOP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                                       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Raw Data ──► DQ Validation ──► Quarantine Bad Records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▲              │                     │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│              │                     ▼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Rules Registry ◄── AI Rule ◄── AI Analyses Patterns in bad records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(promoted rules)   Suggester               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│                                    │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│             Rule Effectiveness ◄───┘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└─────────────  Dashboard             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│                    (which rules fire, which don't)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└────────────────────────────────────────────────────────────────────────┘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1">
                <a:solidFill>
                  <a:srgbClr val="0F3460"/>
                </a:solidFill>
              </a:rPr>
              <a:t>AI is not a bolt-on — it is the feedback mechanism that makes the system self-improving.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3: 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A working, end-to-end POC on Databricks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POC Overview — Five Working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4572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956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23774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9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508760"/>
            <a:ext cx="60350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55956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0" y="1508760"/>
            <a:ext cx="23774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559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92808"/>
            <a:ext cx="4572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309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1892808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309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Batch DQ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892808"/>
            <a:ext cx="60350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193090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Validates daily transaction / product data against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0" y="1892808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9309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40280"/>
            <a:ext cx="45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783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2240280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2783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Real-time Streaming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240280"/>
            <a:ext cx="6035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22783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Validates live event streams via Kafka / Event Hubs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2240280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2783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87752"/>
            <a:ext cx="4572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6258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2587752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26258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AI Rule Suggester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2587752"/>
            <a:ext cx="60350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7560" y="262585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LLM analyses data profile and generates DQ rules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2587752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26258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35224"/>
            <a:ext cx="45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97332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2935224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29733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Quarantine Analyzer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2935224"/>
            <a:ext cx="6035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37560" y="297332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Surfaces patterns in bad records, root-cause insights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935224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29733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282696"/>
            <a:ext cx="4572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207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3282696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33207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Rule Effectiveness Dashboard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282696"/>
            <a:ext cx="60350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320796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Tracks which rules fire, trends, zero-fire candidates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26880" y="3282696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72600" y="33207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074920"/>
            <a:ext cx="11247120" cy="12801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5074920"/>
            <a:ext cx="63500" cy="12801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All five phases are built, integrated, and running on Databricks. The POC uses generated retail data (sales transactions + event streams) designed to mirror real-world data patterns at scale.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5303520" cy="49377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Platform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Databricks — unified compute, notebooks, jobs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Delta Lake — ACID-compliant storage for all DQ data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Apache Kafka / Azure Event Hubs — real-time streaming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Unity Catalog — governed data asset management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PySpark — distributed data 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508760"/>
            <a:ext cx="5303520" cy="49377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AI &amp; Quality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Databricks Labs DQX — core DQ rule engine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Anthropic Claude — primary LLM for rule generation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Azure OpenAI — enterprise LLM alternative (pluggable)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OpenRouter — multi-model fallback option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Databricks Asset Bundles — infra-as-code for all jobs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6217920"/>
            <a:ext cx="6350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Key design: LLM backend is pluggable — switching providers requires only an env var change, not code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4: Phase-by-Phase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1 — Batch Data Quality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Validates daily sales / inventory datasets against a governed rule 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6217920" cy="30175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017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6053328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notebooks/batch_dqx_validation.py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dq_df = dqx.apply_checks_by_metadata(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sales_df, checks, custom_check_functions=custom_check_functions,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Split clean vs. quarantine on the _errors array DQX attaches to each row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good_df       = dq_df.filter((col('_errors').isNull()) | (size(col('_errors')) == 0))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quarantine_df = dq_df.filter((col('_errors').isNotNull()) &amp; (size(col('_errors')) &gt; 0))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Rule effectiveness captured after every run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_run_id  = str(uuid.uuid4())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_metrics = compute_rule_metrics(quarantine_df, total_count, _run_id, 'batch', BATCH_RULE_CONFIG_NAME)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_written = write_rule_metrics(_metrics, spark)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Rules in configs/rules_batch.yml: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2286000"/>
            <a:ext cx="4754880" cy="3383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0" y="2286000"/>
            <a:ext cx="50800" cy="3383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2377440"/>
            <a:ext cx="4590288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 name: unit_price_positive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column: unit_price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type: min_value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min: 0.01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criticality: error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 name: division_allowlist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column: division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type: is_in_list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allowed_values: ['011','012','013']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criticality: error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 name: coupon_division_integrity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column: division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type: custom_sql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sql_expression: &gt;-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NOT (coupon_applied=true AND division='540')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criticality: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Business output: Every analytics pipeline consumes only validated data.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2 — Real-time Streaming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Validates every Kafka / Azure Event Hubs event before it reaches any consumer.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657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notebooks/kafka_stream_dqx_validation.py — foreachBatch handler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def process(batch_df, batch_id):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dq_df = dqx.apply_checks_by_metadata(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batch_df, checks, custom_check_functions=custom_check_functions,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Normalise NULL arrays to keep Delta schema consistent across batches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dq_df = dq_df.withColumn('_errors',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expr('CASE WHEN _errors IS NULL THEN array() ELSE _errors END'))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clean      = dq_df.filter(size(col('_errors')) == 0).drop('_errors')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quarantine = dq_df.filter(size(col('_errors')) &gt; 0)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clean.write.mode('append').option('mergeSchema','true') \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.saveAsTable(TABLE_STREAM_CLEAN)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quarantine.write.mode('append').option('mergeSchema','true') \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.saveAsTable(TABLE_STREAM_QUARANTINE)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Key design:  Rules loaded once at stream startup — no per-batch registry reads.  ADLS-backed checkpoints ensure fault tolerance and exactly-once semantics.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AI Rule Suggester  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Profiles a data table and uses an LLM to generate new DQ rules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3977639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977639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3794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Step 1: Profile      Step 2: Prompt           Step 3: Generate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────────────         ──────────────           ────────────────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Analyse column  ──►  Build structured    ──►  LLM returns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stats: min, max,     prompt with profile      candidate rules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nulls, cardinality,  + domain context         in JSON format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distributions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                     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Step 4: Validate     Step 5: Human Review            ▼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────────────────     ─────────────────        dq_rules_staging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Parse + validate ◄── Engineer: approve ◄───── (status=pending)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rule structure       or reject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▼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dq_rules_registry  ← promoted and active in all future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Two complementary rule sources:  Statistical rules (pure maths, no LLM) +  LLM rules (domain reasoning on top)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How the LLM Backend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Three providers, one interface — switch via environment variable: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11247120" cy="3337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50800" cy="3337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65959"/>
            <a:ext cx="11082528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# ai_suggester/llm_backend.py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def get_backend(name: str | None = None) -&gt; LLMBackend: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resolved = (name or os.environ.get('LLM_BACKEND', 'claude')).lower()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if resolved == 'claude':        return ClaudeBackend()        # Anthropic API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if resolved == 'azure_openai':  return AzureOpenAIBackend()   # Azure OpenAI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if resolved == 'openrouter':    return OpenRouterBackend()     # OpenRouter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# ClaudeBackend.generate() — actual API call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message = client.messages.create(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model=self._model,           # e.g. 'claude-sonnet-4-6'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max_tokens=4096,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system=_SYSTEM_PROMPT,       # strict JSON-only output instructions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messages=[{'role': 'user', 'content': prompt}],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The LLM is given a strict system prompt specifying: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 Output format: JSON array only — no prose, no markdown fences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 Allowed functions: is_not_null, min_value, max_value, sql_expression, matches_regex, is_in_list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 Required fields per rule: name, column, function, constraint, criticality, message, reasoning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Statistical Rule Generator (No 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Derives rules purely from column statistics — fast, deterministic, no API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4023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4023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ai_suggester/rule_generator.py — suggest_statistical_rules()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for col_name, stats in profile.items():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null_pct = stats.get('null_pct', 1.0)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Rule: is_not_null — if &lt; 1% nulls observed historically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if null_pct &lt; STAT_NULL_THRESHOLD:   # STAT_NULL_THRESHOLD = 0.01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rules.append({'name': f'{col_name}_not_null',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        'function': 'is_not_null', 'confidence': 1.0 - null_pct, ...})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Rule: min_value — if all observed values are strictly positive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if is_numeric and col_min is not None and col_min &gt; 0: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rules.append({'name': f'{col_name}_min_value',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        'function': 'min_value', 'constraint': {'min': 0}, ...})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Rule: is_in_list — for low-cardinality categoricals (≤ 50 distinct values)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if distinct_count &lt;= STAT_DISTINCT_THRESHOLD and not is_numeric: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rules.append({'name': f'{col_name}_valid_values',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        'function': 'sql_expression', ...})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Statistical rules provide a fast baseline before the LLM adds domain-reasoning rules on 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Human Review &amp; Promotion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No AI rule becomes active without engineer sign-off.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4206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ai_suggester/rule_writer.py — staging table schema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CREATE TABLE IF NOT EXISTS dq_rules_staging (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rule_id         STRING,    -- UUID per suggestion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name            STRING,    -- e.g. 'unit_price_positive'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function        STRING,    -- 'min_value', 'is_not_null', etc.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criticality     STRING,    -- 'error' | 'warning'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source          STRING,    -- 'statistical' | 'llm'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llm_backend     STRING,    -- 'claude' | 'azure_openai' | null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confidence      DOUBLE,    -- 0.0–1.0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reasoning       STRING,    -- LLM's explanation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status          STRING,    -- 'pending' → 'approved' | 'rejected'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suggested_at    TIMESTAMP,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reviewed_at     TIMESTAMP,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reviewed_by     STRING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) USING DELTA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Engineer calls: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approve_rule(rule_id, spark)   # inserts into dq_rules_registry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reject_rule(rule_id, spark)    # marks status='rejected', preserved for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Full audit trail: rule_id · suggested_at · reviewed_at · reviewed_by · llm_backend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4 — Quarantine Analyzer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Turns a table of bad records into actionable data quality incidents.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5943600" cy="38404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840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577900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dq_sales_quarantine / stream_events_quarantine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▼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Quarantine Analyzer Notebook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┌──────────────────────────────────────────────────────┐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Which rules are triggering most violations?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Are violations concentrated in specific stores?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Are violations correlated with time? (weekends?)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Which columns appear in the most violation records?│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└──────────────────────────────────────────────────────┘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▼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Example insight: '60% of price violations originate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from division 540 — flagged in coupon_division_integrity'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Powered by the _errors column: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331720"/>
            <a:ext cx="512064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331720"/>
            <a:ext cx="50800" cy="18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2423160"/>
            <a:ext cx="4956048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_errors: ARRAY&lt;STRUCT&lt;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name     STRING,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message  STRING,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function STRING,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columns  ARRAY&lt;STRING&gt;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&gt;&gt;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2519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No separate error log table needed — the error context travels with each bad record.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897880"/>
            <a:ext cx="11247120" cy="7315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897880"/>
            <a:ext cx="6350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9618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Without this, quarantine tables grow indefinitely with no prioritisation. The analyzer turns raw violations into actionable data quality incidents.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5 — Rule Effectiveness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Tracks per-rule violation counts after every batch and stream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6858000" cy="44348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4434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6693408" cy="4251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ai_suggester/rule_metrics.py — called after every run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violation_rows = (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quarantine_df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.select(F.explode('_errors').alias('_err'))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.groupBy(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 F.col('_err.name').alias('rule_name'),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 F.col('_err.function').alias('function'),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.agg(F.count('*').alias('violations'))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.collect()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violation_pct = violations / total_records * 100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Appended to dq_rule_metrics Delta table — full run history preserved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-- Effectiveness Summary SQL (notebooks/rule_effectiveness_report.py)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SELECT rule_name, COUNT(DISTINCT run_id) AS run_count,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SUM(violations) AS total_violations,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ROUND(AVG(violation_pct), 2) AS avg_violation_pct,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MAX_BY(violations, recorded_at) AS last_run_violations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FROM dq_rule_metrics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GROUP BY rule_name, function, run_config_name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ORDER BY total_violations DESC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9202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Four report sections: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331720"/>
            <a:ext cx="19202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799" y="2382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19" y="233172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39" y="23825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Business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715768"/>
            <a:ext cx="19202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799" y="27538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Effectiveness Summary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19" y="2715768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39" y="27538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Which rules catch most violations overall?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3063240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799" y="31013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Violation Trend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19" y="3063240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9" y="31013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Is violation rate increasing or decreasing?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3410712"/>
            <a:ext cx="19202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799" y="34488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Top Offenders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19" y="3410712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39" y="34488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Top 10 rules by cumulative catch count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758184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799" y="37962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Zero-fire Candidates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19" y="375818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39" y="37962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Which rules haven't fired in last N runs?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5: AI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Where intelligence is infused — and what business problem each solves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AI Infusion Map — 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595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50876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5595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508760"/>
            <a:ext cx="34747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5595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508760"/>
            <a:ext cx="33832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559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Business Use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92808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309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Statistical Rule Generator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892808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9309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rule_generator.py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892808"/>
            <a:ext cx="34747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19309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Derives rules from null %, min/max, cardinality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892808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309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Fast baseline rules — no LLM cost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40280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2783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 Rule Generator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2240280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22783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llm_rule_suggester.py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240280"/>
            <a:ext cx="3474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22783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 reasons over profile, adds domain rules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240280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2783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Catch semantic violations stats can't see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87752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6258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Pluggable LLM Backend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587752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26258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llm_backend.py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587752"/>
            <a:ext cx="34747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6258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Claude / Azure OpenAI / OpenRouter — env var switch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2587752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6258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Enterprise flexibility, no vendor lock-in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3522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9733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 Validation Layer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93522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97480" y="29733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llm_rule_suggester.py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2935224"/>
            <a:ext cx="3474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29733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Validates LLM JSON before staging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935224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29733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Prevents malformed rules entering system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282696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3207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Quarantine Analyser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51760" y="3282696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80" y="33207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quarantine_analyzer.py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0" y="3282696"/>
            <a:ext cx="34747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83480" y="332079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Finds violation clusters in bad records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3282696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33207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Prioritise which data issues to fix first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3630168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36682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Zero-fire Detection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51760" y="3630168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97480" y="36682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rule_effectiveness_report.py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0" y="3630168"/>
            <a:ext cx="3474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83480" y="36682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Flags rules with no violations in last N runs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3630168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8200" y="36682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Identifies stale rules for AI refresh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Human-in-the-Loop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3460"/>
                </a:solidFill>
              </a:rPr>
              <a:t>AI generates.  Humans govern.  System learns.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30175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017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┌──────────────────┐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AI Suggests ──► │  dq_rules_       │ ──► Engineer reviews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(statistical    │  staging         │     approve / reject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+ LLM rules)   │  status=pending  │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└──────────────────┘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                              ▼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                     ┌──────────────────┐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                     │  dq_rules_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                     │  registry        │  ← single source of truth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                     │  status=approved │    for batch + streaming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                            └──────────────────┘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Why this matters architecturally: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40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333333"/>
                </a:solidFill>
              </a:rPr>
              <a:t>•  Full audit trail: rule_id · suggested_at · reviewed_at · reviewed_by · llm_backend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3333"/>
                </a:solidFill>
              </a:rPr>
              <a:t>•  Rejected rules preserved with reason — future fine-tuning data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3333"/>
                </a:solidFill>
              </a:rPr>
              <a:t>•  Promotion pattern is identical to a feature-flag promotion workflow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3333"/>
                </a:solidFill>
              </a:rPr>
              <a:t>•  Zero risk of a hallucinated rule silently entering production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6: Architecture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Full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1430000" cy="52120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50800" cy="52120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600200"/>
            <a:ext cx="11265408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                DATABRICKS UNITY CATALOG                           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  Catalog: dqx_poc_cluster_7405619883480512  /  DB: retail_dqx_poc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                                                                    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┌──────────────┐  ┌──────────────────────────────────────────────┐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Config Layer │  │             PROCESSING LAYER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constants.py │─►│  Batch Pipeline        Streaming Pipeline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rules_*.yml  │  │  batch_dqx_            kafka_stream_dqx_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└──────────────┘  │  validation.py         validation.py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                  │         └──────────┬───────────────┘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┌──────────────┐  │                   ▼         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  AI Layer   │  │         DQX Rule Engine     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 profiler    │─►│    apply_checks_by_metadata()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 llm_backend │  │                   │         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 rule_writer │  │       ┌───────────┴───────────┐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└──────────────┘  │  sales_clean /         sales_quarantine /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                  │  stream_events_clean   stream_events_quarant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┌──────────────┐  │                   │         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│Metrics Layer │◄─│            dq_rule_metrics  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│ rule_metrics │  │            dq_rules_staging 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└──────────────┘  │            dq_rules_registry                  │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│                    └──────────────────────────────────────────────┘     │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        ▲                                                   ▲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  Azure Event Hubs (Kafka)                          LLM APIs</a:t>
            </a:r>
          </a:p>
          <a:p>
            <a:pPr algn="l"/>
            <a:r>
              <a:rPr sz="950">
                <a:solidFill>
                  <a:srgbClr val="CDD6F4"/>
                </a:solidFill>
                <a:latin typeface="Courier New"/>
              </a:rPr>
              <a:t>                                               (Claude / Azure OpenAI)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Delta Table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47120" cy="2331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800" cy="2331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82528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# config/constants.py — single source of truth for all table names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CATALOG  = 'dqx_poc_cluster_7405619883480512'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DATABASE = 'retail_dqx_poc'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TABLE_SALES_CLEAN       = f'{CATALOG}.{DATABASE}.sales_clean'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TABLE_SALES_QUARANTINE  = f'{CATALOG}.{DATABASE}.sales_quarantine'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TABLE_STREAM_CLEAN      = f'{CATALOG}.{DATABASE}.stream_events_clean'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TABLE_STREAM_QUARANTINE = f'{CATALOG}.{DATABASE}.stream_events_quarantine'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TABLE_RULES             = f'{CATALOG}.{DATABASE}.dq_rules_registry'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TABLE_RULES_STAGING     = f'{CATALOG}.{DATABASE}.dq_rules_staging'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TABLE_RULE_METRICS      = f'{CATALOG}.{DATABASE}.dq_rule_metrics'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28346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982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3931920"/>
            <a:ext cx="4114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9827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Columns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931920"/>
            <a:ext cx="42976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398272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Written By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15968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3540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sales_clean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315968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435406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all source columns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4315968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435406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Batch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7015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sales_quarantine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663440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470154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source + _errors ARRAY&lt;STRUCT&gt;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663440"/>
            <a:ext cx="4297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7015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Batch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10912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490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stream_events_clean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5010912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50490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all source columns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5010912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504901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Streaming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58384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3964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stream_events_quarantine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58384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5396484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source + _errors ARRAY&lt;STRUCT&gt;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5358384"/>
            <a:ext cx="4297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539648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Streaming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05856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7439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dq_rules_registry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91840" y="5705856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37560" y="57439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name, check STRUCT, criticality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705856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52360" y="5743956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rule_writer.promote_rule()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053328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914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dq_rules_staging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6053328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609142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status, llm_backend, confidence, reasoning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6053328"/>
            <a:ext cx="4297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609142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AI Rule Suggester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00800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64389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dq_rule_metrics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91840" y="6400800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643890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run_id, rule_name, violations, violation_pct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0" y="6400800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52360" y="643890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After every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Databricks Jobs — Operational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38404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956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Job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50876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55956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08760"/>
            <a:ext cx="4846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155956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Notebook / Script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8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908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Setup Delta Tables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92808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93090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Once (infra)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892808"/>
            <a:ext cx="4846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9309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notebooks/setup_delta_tables.py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78380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Batch DQX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40280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2783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Scheduled / on-demand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240280"/>
            <a:ext cx="4846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2783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notebooks/batch_dqx_validation.py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87752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625852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Kafka Stream DQX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587752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262585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Continuous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2587752"/>
            <a:ext cx="4846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62585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notebooks/kafka_stream_dqx_validation.py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935224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73324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AI Rule Suggester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2935224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297332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On-demand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2935224"/>
            <a:ext cx="4846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297332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notebooks/ai_rule_suggester.py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282696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320796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Quarantine Analyzer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3282696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332079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On-demand / scheduled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3282696"/>
            <a:ext cx="4846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03720" y="332079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notebooks/quarantine_analyzer.py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630168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68268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Rule Effectiveness 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630168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36682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On-demand / scheduled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3630168"/>
            <a:ext cx="4846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03720" y="36682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notebooks/rule_effectiveness_report.py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83480"/>
            <a:ext cx="11247120" cy="914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63500" cy="914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5074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All jobs defined in databricks.yml as a Databricks Asset Bundle — infrastructure as code, deployable across dev / staging / prod with a single CLI command: databricks bundle deploy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7: Production Considerations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From POC to enterprise scale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POC vs. Production — Honest Assessment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6459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595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508760"/>
            <a:ext cx="29260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5595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POC (Current State)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508760"/>
            <a:ext cx="6858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559560"/>
            <a:ext cx="6766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Production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8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309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892808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193090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Generated synthetic retail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1892808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193090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Real transaction / event feeds from source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27838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Scale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2783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Thousands of records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40280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27838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Billions of records — Spark scales horizontally, no code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587752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2585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2587752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26258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~15 seeded + AI-suggested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2587752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262585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Hundreds of rules across dozens of datasets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35224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9733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2935224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29733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Single Kafka topic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935224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973324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Multiple topics, partitioned, multi-tenant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282696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3207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 Cost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3282696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57400" y="33207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Low (POC usage)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282696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83480" y="3320796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Prompt caching implemented; cost monitoring needed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30168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366826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Security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3630168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366826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Databricks Secrets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30168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83480" y="366826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Enterprise key vault (Azure Key Vault / HashiCorp)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977640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0157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Governance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1680" y="3977640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40157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Unity Catalog in place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3977640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83480" y="401574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Column-level access controls + data lineage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325112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36321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Monitoring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11680" y="4325112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436321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 metrics Delta 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0" y="4325112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83480" y="436321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Connect to Datadog / Grafana / Azure Monitor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806440"/>
            <a:ext cx="11430000" cy="7772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806440"/>
            <a:ext cx="63500" cy="777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587044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Every technology choice is production-grade. Databricks, Delta Lake, Kafka, and Unity Catalog are what we would use in production. The POC proves the pattern — plugging in real data is a configuration exercise, not a re-architecture.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8: What We 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Key POC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1.  AI can write meaningful DQ rules from data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The LLM produced structurally valid, business-relevant rules from a column profile — no domain hints given. Rules were immediately executable by DQX with zero manual editing.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5856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2.  The human-in-the-loop governance model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Staging → review → registry promotion gives engineers full control. Approve/reject audit trail preserved for future model fine-tuning.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08376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3.  Batch and streaming share a single rule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 rule approved in dq_rules_registry applies identically to daily batch runs and Kafka micro-batches — one source of truth, no duplication.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5818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4.  Rule effectiveness tracking reveals rule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5993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Zero-fire detection correctly surfaces rules that have stopped being relevant — impossible to get from a static rules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07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5.  Pluggable LLM backend delivers enterprise flexibility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974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Switching from Claude to Azure OpenAI required only setting LLM_BACKEND=azure_openai — no code modification.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Test Coverage and Code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48 unit tests across 4 files — all passing locally, no Spark cluster required: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38404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104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Test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920240"/>
            <a:ext cx="10058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97104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920240"/>
            <a:ext cx="6400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971040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Is Covered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42388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tests/test_profiler.py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304288"/>
            <a:ext cx="10058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3423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2304288"/>
            <a:ext cx="6400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342388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Column statistics, null detection, distribution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51760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89860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tests/test_rule_generator.py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2651760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68986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26517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268986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Prompt construction, JSON parse, rule validation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99232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037332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tests/test_rule_metrics.py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2999232"/>
            <a:ext cx="10058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303733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2999232"/>
            <a:ext cx="6400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49240" y="3037332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Metrics dict building, violation % calc, write path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46704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384804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tests/test_rule_writer.py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346704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33848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33467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3384804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Staging insert, approve/reject lifecycle, registry promotion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566160"/>
            <a:ext cx="4572000" cy="1097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566160"/>
            <a:ext cx="50800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657600"/>
            <a:ext cx="440740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CDD6F4"/>
                </a:solidFill>
                <a:latin typeface="Courier New"/>
              </a:rPr>
              <a:t>$ pytest tests/ -v</a:t>
            </a:r>
          </a:p>
          <a:p>
            <a:pPr algn="l"/>
            <a:r>
              <a:rPr sz="1300">
                <a:solidFill>
                  <a:srgbClr val="CDD6F4"/>
                </a:solidFill>
                <a:latin typeface="Courier New"/>
              </a:rPr>
              <a:t>...</a:t>
            </a:r>
          </a:p>
          <a:p>
            <a:pPr algn="l"/>
            <a:r>
              <a:rPr sz="1300">
                <a:solidFill>
                  <a:srgbClr val="CDD6F4"/>
                </a:solidFill>
                <a:latin typeface="Courier New"/>
              </a:rPr>
              <a:t>48 passed in 3.21s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356616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Design principle: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3950208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Pure-Python business logic is extracted from Spark-dependent code, enabling fast offline tests without a running cluster. Spark interactions are mocked at the boundary using unittest.mock.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9: AI Infusion Opportunities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Where this platform goes next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Known AI Infusion Opportunities —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9144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59560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50876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55956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Opportunity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508760"/>
            <a:ext cx="4572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559560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Infusion 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508760"/>
            <a:ext cx="33832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559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Business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92808"/>
            <a:ext cx="9144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3090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 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1892808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193090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Automated Alerting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892808"/>
            <a:ext cx="4572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93090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AI classifies violation severity → routes alert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892808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309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On-call team notified only when it matters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40280"/>
            <a:ext cx="9144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2783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2240280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22783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Data Drift Detection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240280"/>
            <a:ext cx="4572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227838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ML detects statistical distribution shift run-over-run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240280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2783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Catch silent degradation before rules fail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87752"/>
            <a:ext cx="9144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62585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2587752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262585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DQ Scorecard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587752"/>
            <a:ext cx="4572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62585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Aggregate quality scores per domain / table over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2587752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6258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Executive visibility into data health by area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35224"/>
            <a:ext cx="9144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97332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0160" y="2935224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5880" y="297332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Rule Governance Workflow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2935224"/>
            <a:ext cx="4572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297332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AI suggests rule retirement based on effectiveness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935224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29733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Fully automated rule lifecycle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282696"/>
            <a:ext cx="9144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32079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80160" y="3282696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5880" y="332079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Multi-table / Cross-domain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0" y="3282696"/>
            <a:ext cx="4572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86200" y="332079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Referential integrity + cross-table consistency checks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3282696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33207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Catches issues single-table rules cannot see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74920"/>
            <a:ext cx="11430000" cy="7772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074920"/>
            <a:ext cx="63500" cy="777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13892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Recommended next step: A (Alerting) — highest immediate business value, lowest lift. Wires the existing dq_rule_metrics table to a notification layer. No new ML needed.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Opportunity A — Automated Alerting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658368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800" cy="3657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6419088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dq_rule_metrics (populated after every batch / stream run)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▼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Alert Evaluation Engine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┌──────────────────────────────────────────────────────┐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if violation_pct &gt; threshold for rule X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→ classify severity (info / warning / critical)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→ deduplicate (don't re-alert same issue twice)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→ route to appropriate channel      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└──────────────────────────────────────────────────────┘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├──► Slack / Teams notification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├──► PagerDuty / OpsGenie (critical only)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└──► dq_alerts table (full 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AI infusion in the alert message: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 just: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286000"/>
            <a:ext cx="4572000" cy="502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2286000"/>
            <a:ext cx="50800" cy="502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377440"/>
            <a:ext cx="44074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"rule X violated 12%"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But: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246120"/>
            <a:ext cx="457200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3246120"/>
            <a:ext cx="50800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3337560"/>
            <a:ext cx="4407408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"Price validation for division '540'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failed at 12% — this pattern has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not been seen before and may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indicate a feed config issue."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349240"/>
            <a:ext cx="63500" cy="777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223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Existing infrastructure (dq_rule_metrics, LLM backend) is already in place. Alerting is an orchestration layer on top — estimated 1 sprint to 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Vision, Realised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47120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800" cy="42976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82528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┌──────────────────────────────────────────────────────────────────────┐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                                                     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TODAY (POC — 5 phases complete)  TOMORROW (Production AI Infusion)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─────────────────────────────    ───────────────────────────────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                                                     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✅ AI generates DQ rules          + AI detects when rules go stale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✅ Batch + stream validated        + AI classifies alert severity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✅ Quarantine records analysed     + AI explains root cause in eng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✅ Rule effectiveness tracked      + AI suggests rule updates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✅ Human governance layer          + AI scorecard for exec view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                                                     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Result: A data quality platform that improves itself,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governed by humans, powered by AI, built on Databricks.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│                                                        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└──────────────────────────────────────────────────────────────────────┘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What We Are Asking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460"/>
                </a:solidFill>
              </a:rPr>
              <a:t>Today's ask:  Validate the POC architecture and AI infusion approach.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Does the human-in-the-loop governance model align with enterprise AI adoption standards?</a:t>
            </a:r>
          </a:p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Is the pluggable LLM backend pattern the right approach for multi-cloud / multi-provider deployments?</a:t>
            </a:r>
          </a:p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Which next-stage opportunity (Alerting / Drift / Scorecard) aligns best with delivery priorities?</a:t>
            </a:r>
          </a:p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What production integration patterns (source systems, security, monitoring) should shape the next phase?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846320"/>
            <a:ext cx="63500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56048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333333"/>
                </a:solidFill>
              </a:rPr>
              <a:t>The POC proves the pattern works. Every component is built, tested, and running on Databricks.
The question is no longer can we do this — it is which direction do we take it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94560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A8DADC"/>
                </a:solidFill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Databricks DQX POC  —  AI Infusion in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5 phases complete  ·  48 unit tests passing  ·  Production-grade architecture  ·  Ready for next phase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